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9FAFB"/>
                </a:solidFill>
              </a:defRPr>
            </a:pPr>
            <a:r>
              <a:t>Multi-Agent AI Copyright</a:t>
            </a:r>
            <a:br/>
            <a:r>
              <a:t>Investigation Assistant</a:t>
            </a:r>
          </a:p>
          <a:p>
            <a:pPr algn="ctr">
              <a:spcBef>
                <a:spcPts val="1600"/>
              </a:spcBef>
              <a:defRPr sz="1800">
                <a:solidFill>
                  <a:srgbClr val="8B5CF6"/>
                </a:solidFill>
              </a:defRPr>
            </a:pPr>
            <a:r>
              <a:t>LangChain RAG Architecture • 7 Collaborative AI Agents • Evidence-Based Risk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Mission &amp; Core Objective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🎯 Core Objective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Identify potential copyright infringement across text, code, images, and documents.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Provide objective, evidence-based similarity reports with quantifiable confidence scores.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Empower legal teams, creators, researchers, and enterprises with explainable AI audits.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Utilize RAG vector search to eliminate hallucinations and ground all findings in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⚖️ Non-Legal Authority Principle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Operates strictly as an evidence gathering and investigation assistant.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Does NOT issue final legal determinations or binding judgments.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Provides factual passage alignment, source attribution, and statutory context.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Always encourages users to consult professional legal counsel for final clearance.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7 Collaborative Autonomous Agents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3832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1. Content Agent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Extracts entities &amp; metadata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Detects document vs code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Generates semantic summaries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2. Retrieval Agent (RAG)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Queries vector database index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Retrieves reference literature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Calculates top-K cosine matches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554480"/>
            <a:ext cx="33832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3. Similarity Agent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Detects verbatim passage copy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Identifies reworded paraphrases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Audits AST code clone structures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33832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4. Citation Agent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Checks inline attribution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Identifies missing citations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Audits DOIs, URLs &amp;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023360"/>
            <a:ext cx="33832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5. Legal Agent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Evaluates Fair Use 4 factors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Applies CC &amp; GPL copyleft rules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Identifies public domain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023360"/>
            <a:ext cx="3383280" cy="2103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6 &amp; 7. Risk &amp; Report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Calculates 0-100 Risk Index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Classifies risk (Very Low-Critical)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Generates structured Markdown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8-Step RAG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🔄 End-to-End Execution Sequence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1: Document Upload &amp; Multi-Format Parsing (Text, Code, PDF, Markdown)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2: Vector Embedding Generation &amp; Keyword Tokenization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3: RAG Semantic Vector DB Search (Top-K Similarity Retrieval)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4: Deep Passage &amp; Code AST Alignment Comparison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5: Automated Citation Audit &amp; Attribution Deficit Detection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6: Statutory Legal Mapping (17 U.S.C. § 107 Fair Use Audit)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7: Quantitative Risk Assessment (0-100 Gauge Score)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Step 8: Structured Markdown Report Generation &amp; PDF Exporter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CASE STUDIES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Preset Demonstration Benchmark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Case 1: Paraphrased Article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Similarity: 78%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Risk: HIGH (78/100)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Issue: Reworded quantum text without attribution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Case 2: GPL Code Clone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Similarity: 94%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Risk: HIGH (84/100)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Issue: GPL-3.0 algorithm cloned without license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Case 3: Uncited Academic Draft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Similarity: 68%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Risk: MEDIUM (52/100)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Issue: Microservice definition copied verbatim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Case 4: Original Synthesis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Similarity: 12%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Risk: VERY LOW (15/100)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Issue: Original research paper cleared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RISK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5-Tier Infringement Classification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🛡️ Risk Rating Levels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Very Low Risk (0-20%): Original creation, standard domain knowledge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Low Risk (21-40%): Quotations with proper citation &amp; attribution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Medium Risk (41-60%): Uncited quotes or minor attribution deficits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High Risk (61-80%): Heavy paraphrasing or uncredited copyleft code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Critical Risk (81-100%): Direct verbatim wholesale duplication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⚖️ Statutory Legal Audit Parameters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Purpose &amp; Character of Use (Commercial vs Educational/Transformative)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Nature of the Copyrighted Work (Factual vs Creative/Expressive)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Amount &amp; Substantiality Taken (Heart of the work audit)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Market Effect (Potential economic substitution impact)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ENGINE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Core Technical Detection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📖 Text Paraphrase Engine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Cosine similarity on word frequency vectors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Sliding window passage alignment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Synonym replacement mapping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Sentence-level semantic density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💻 Code Clone AST Engine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Abstract Syntax Tree (AST) tokenization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Variable renaming normalization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Control flow &amp; loop depth comparison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Copyleft license infection checker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🖼️ Image &amp; Vector Search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Client-side TF-IDF &amp; dense embeddings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Indexed vector database retrieval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Average hash &amp; dHash perceptual hashing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Canvas pixel feature matching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PLATFORM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Production Web Workspace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💻 Interactive User Interface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Drag-and-drop file upload zone (.txt, .md, .py, .js, .java, .cpp)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Real-time 7-agent execution node visualizer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Interactive circular risk gauge meter with confidence score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Side-by-side passage diff viewer (Red exact / Yellow paraphrased)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RAG Vector Database Manager modal to add custom reference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📄 Standardized Output Reports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Formatted Markdown investigation reports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Evidence tables with similarity percentages &amp; confidence metrics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Citation deficit breakdown &amp; statutory Fair Use advice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One-click copy to clipboard &amp; instant PDF export capabilities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Structured Report Schema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📄 Required Investigation Report Schema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 Investigation Report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Summary (Overview of findings, word count &amp; risk index)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Content Type (Category &amp; Token count)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Retrieved Sources (Top RAG matches &amp; licensing metadata)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Similarity Analysis (Source | Similarity | Evidence | Confidence Table)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Citation Issues (Attribution deficit audit)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Copyright Risk (Risk Level Rationale &amp; 17 U.S.C. § 107 Statutory Context)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Recommendations (Actionable legal &amp; attribution steps)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## Confidence Score (Overall system confidence percentage)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9FAFB"/>
                </a:solidFill>
                <a:latin typeface="Calibri"/>
              </a:defRPr>
            </a:pPr>
            <a:r>
              <a:t>Value Proposition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🚀 Key Value &amp; Benefits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Accelerates copyright audit workflows for legal &amp; research teams.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Provides objective, explainable evidence rather than black-box scores.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Grounds all findings in RAG vector database evidence to eliminate hallucinations.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Completely transparent, client-side execution preserving user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🔮 Future Enhancement Roadmap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Deep neural vector embeddings via ONNX Runtime in browser.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Automated DMCA takedown notice drafting assistant.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Multi-modal audio spectrogram similarity comparison.</a:t>
            </a:r>
          </a:p>
          <a:p>
            <a:pPr>
              <a:spcBef>
                <a:spcPts val="400"/>
              </a:spcBef>
              <a:defRPr sz="1200">
                <a:solidFill>
                  <a:srgbClr val="9CA3AF"/>
                </a:solidFill>
                <a:latin typeface="Calibri"/>
              </a:defRPr>
            </a:pPr>
            <a:r>
              <a:t>• Enterprise API integration with GitHub PR copyright checks.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